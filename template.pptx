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6019" autoAdjust="0"/>
    <p:restoredTop sz="94660"/>
  </p:normalViewPr>
  <p:slideViewPr>
    <p:cSldViewPr snapToGrid="0">
      <p:cViewPr varScale="1">
        <p:scale>
          <a:sx n="84" d="100"/>
          <a:sy n="84" d="100"/>
        </p:scale>
        <p:origin x="1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85E47-BE38-7B99-E69E-004335C7A1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32BBC2-B6CC-AADD-1D41-86625F5609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888B8-970A-F2E2-DE1C-76553442C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CFD62-6963-4ECC-B94C-0C7BA289B49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638F0-EF64-6564-FE11-5F1546A36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AC8BC-0A3E-1E60-B41D-5CF46337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B72A-6AA3-456F-8F6E-31947D55F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967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7918D-B356-21CD-F21F-672E68315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B75D1-4305-0118-4CD0-BDDADC138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EE125-F83D-335C-5E1B-515BF5252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CFD62-6963-4ECC-B94C-0C7BA289B49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CC58F-EC5E-88EE-91ED-73261D3C2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896C0-CB09-598C-D97C-BC981D7FE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B72A-6AA3-456F-8F6E-31947D55F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142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09141-6D12-9D93-48A8-2470076AA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02ACD-AF51-8CC5-6EED-F967CCAD6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DE666-D461-3E23-D38F-E742DC9A5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CFD62-6963-4ECC-B94C-0C7BA289B49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145E3-5670-4CA6-1842-B025D9319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FC1CC-A629-3E95-5581-EE88E95B5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B72A-6AA3-456F-8F6E-31947D55F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331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DDD58-2C9A-499C-0AAF-C38FD5465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16" y="365125"/>
            <a:ext cx="10844784" cy="111620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E4C07-A217-D0F6-9664-061C1FAF36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9016" y="1481328"/>
            <a:ext cx="6678168" cy="459943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894F6-5479-54D9-1EB6-78F3C5C0FE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87184" y="1481328"/>
            <a:ext cx="4562856" cy="459943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8950F-A74F-A5B5-8125-64AE6CE42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CFD62-6963-4ECC-B94C-0C7BA289B49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ECA6C-BD20-01F1-B4AF-E51BAE3A3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5C96E-ADC9-7240-D144-127453F24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B72A-6AA3-456F-8F6E-31947D55F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4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3357-F4C1-C56F-D351-FB0A4CC0B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291DC-1A17-77EF-63D2-AF023F6E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662685-454B-6913-27E2-317DE96DF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13116-C8E1-F6D8-5482-041B763710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751CEE-A36D-EBBC-D503-502F008504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64C155-2658-CA29-0D03-7030676C9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CFD62-6963-4ECC-B94C-0C7BA289B49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38D1A7-3531-9FBF-8A87-624A833ED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0B1A8A-D77A-7529-9C6D-4849F62BD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B72A-6AA3-456F-8F6E-31947D55F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983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15C7C-1916-C7AD-1679-72259F70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9A1FC1-6E29-FEFE-FC96-225C84945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CFD62-6963-4ECC-B94C-0C7BA289B49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9B574B-E37D-CB00-2497-ADA8FD139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BECA05-C933-62DC-A6CC-34BD22A77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B72A-6AA3-456F-8F6E-31947D55F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429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E8BBBA-2E91-FB2C-E5AE-F9F4BF462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CFD62-6963-4ECC-B94C-0C7BA289B49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6DC1E4-EAF5-B0CA-A14A-99F9B2691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93922-2A2A-E45E-A4B4-D57F51505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B72A-6AA3-456F-8F6E-31947D55F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509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65DA3-6D09-F3E2-78CC-A79EAFF1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036" y="456757"/>
            <a:ext cx="11118976" cy="90554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D2C1E-AE3B-90A2-99A0-376EE8F90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CFD62-6963-4ECC-B94C-0C7BA289B49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6B084-4FFD-5486-9CFA-96726ED5B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7C225-BE4C-EAC0-5903-F4C8E535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B72A-6AA3-456F-8F6E-31947D55F58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9E7F44F-CBBF-173C-DEAF-3806430D2D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4132" y="4563459"/>
            <a:ext cx="11103736" cy="16005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7A65707-A038-1F5C-C8C8-73A4DCE1F4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3276" y="1362301"/>
            <a:ext cx="11094592" cy="320115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0644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3A78F-784A-DA7E-934F-F58C50A32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316897-39EC-ED7D-D331-EDD7553E90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D475A8-580E-FAFD-463F-AD8B2C2956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7C5CB-6D07-8424-A446-5A74ED88E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CFD62-6963-4ECC-B94C-0C7BA289B49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D8E48-5147-6967-A381-126BB12A0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331F1A-72E7-8298-1AB2-3402B233A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B72A-6AA3-456F-8F6E-31947D55F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964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2E5E9-90B6-E383-A507-E7238E8FE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F956C9-5A91-FA34-4FDC-C75A08D92C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F0F55-50CB-F799-ED0E-550AFC5CE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CFD62-6963-4ECC-B94C-0C7BA289B49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92426-CEDD-3FA7-2B1C-8449946BA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47A25-5D03-6D2B-320C-299D78A91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B72A-6AA3-456F-8F6E-31947D55F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952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598B30-9304-BA11-8E1F-15262E232C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38F75C-49C1-7674-F796-E2AC28684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F04FB-3479-1470-FAA0-4D3DE6A0B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CFD62-6963-4ECC-B94C-0C7BA289B49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C85D2-3717-D269-F60A-29E01ACE9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B46C9-792F-CDBE-5EC5-F94A4657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B72A-6AA3-456F-8F6E-31947D55F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721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8D59ED-E956-08A5-32C4-67865AAEB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88" y="410368"/>
            <a:ext cx="109545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59A58-CF80-0988-865E-06CBEA0B7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9288" y="1778476"/>
            <a:ext cx="1095451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D3DBE-D5E8-3222-48A8-76699F9283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3CFD62-6963-4ECC-B94C-0C7BA289B49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2C5F0-C022-3F76-5A4C-C20671A7C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F5239-1919-AF2F-7411-199DB68D9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F4B72A-6AA3-456F-8F6E-31947D55F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08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D27B3-BC5B-404C-A629-61C000577E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91A5AA-FA39-D97A-EF00-3A31597395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397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Khalsa, Prabhu Singh</dc:creator>
  <cp:lastModifiedBy>Khalsa, Prabhu Singh</cp:lastModifiedBy>
  <cp:revision>11</cp:revision>
  <dcterms:created xsi:type="dcterms:W3CDTF">2026-03-06T20:07:30Z</dcterms:created>
  <dcterms:modified xsi:type="dcterms:W3CDTF">2026-03-06T20:39:52Z</dcterms:modified>
</cp:coreProperties>
</file>